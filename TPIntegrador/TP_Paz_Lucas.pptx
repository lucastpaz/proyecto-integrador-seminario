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cfdebb5d23904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6cfdebb5d23904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cfdebb5d239046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cfdebb5d239046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cfdebb5d239046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6cfdebb5d23904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6cfdebb5d239046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6cfdebb5d239046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4ac9dd72a2d2e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4ac9dd72a2d2e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4ac9dd72a2d2ed0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4ac9dd72a2d2ed0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huggingface.co/nlptown/bert-base-multilingual-uncased-sentiment" TargetMode="External"/><Relationship Id="rId5" Type="http://schemas.openxmlformats.org/officeDocument/2006/relationships/hyperlink" Target="https://huggingface.co/nlptown/bert-base-multilingual-uncased-sentimen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PROBLEMA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2694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900"/>
              <a:t>Para poder calificar un gran </a:t>
            </a:r>
            <a:r>
              <a:rPr lang="es-419" sz="2900"/>
              <a:t>número</a:t>
            </a:r>
            <a:r>
              <a:rPr lang="es-419" sz="2900"/>
              <a:t> de reseña y llegar a mas a al </a:t>
            </a:r>
            <a:r>
              <a:rPr lang="es-419" sz="2900"/>
              <a:t>consumidor</a:t>
            </a:r>
            <a:endParaRPr sz="2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MODELO ELEGIDO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1"/>
                </a:solidFill>
              </a:rPr>
              <a:t>robertuito</a:t>
            </a:r>
            <a:r>
              <a:rPr lang="es-419" sz="2300">
                <a:solidFill>
                  <a:schemeClr val="dk1"/>
                </a:solidFill>
              </a:rPr>
              <a:t>-sentiment-analysis: Modelo </a:t>
            </a:r>
            <a:r>
              <a:rPr lang="es-419" sz="2300">
                <a:solidFill>
                  <a:schemeClr val="dk1"/>
                </a:solidFill>
              </a:rPr>
              <a:t>capaz</a:t>
            </a:r>
            <a:r>
              <a:rPr lang="es-419" sz="2300">
                <a:solidFill>
                  <a:schemeClr val="dk1"/>
                </a:solidFill>
              </a:rPr>
              <a:t> de hacer valoraciones y </a:t>
            </a:r>
            <a:r>
              <a:rPr lang="es-419" sz="2300">
                <a:solidFill>
                  <a:schemeClr val="dk1"/>
                </a:solidFill>
              </a:rPr>
              <a:t>análisis</a:t>
            </a:r>
            <a:r>
              <a:rPr lang="es-419" sz="2300">
                <a:solidFill>
                  <a:schemeClr val="dk1"/>
                </a:solidFill>
              </a:rPr>
              <a:t> de sentimiento, optimizado para español y redes sociales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1"/>
                </a:solidFill>
              </a:rPr>
              <a:t>SEGUNDO MODELO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1"/>
                </a:solidFill>
              </a:rPr>
              <a:t>bert-base-multilingual-uncased-sentiment: tiene la misma base que el primero pero su tamaño es menor pero abarca </a:t>
            </a:r>
            <a:r>
              <a:rPr lang="es-419" sz="2300">
                <a:solidFill>
                  <a:schemeClr val="dk1"/>
                </a:solidFill>
              </a:rPr>
              <a:t>más</a:t>
            </a:r>
            <a:r>
              <a:rPr lang="es-419" sz="2300">
                <a:solidFill>
                  <a:schemeClr val="dk1"/>
                </a:solidFill>
              </a:rPr>
              <a:t> idiomas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DEPLOY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99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dk1"/>
                </a:solidFill>
              </a:rPr>
              <a:t>Guardado en GitHub y ejecutándose en el servidor cloud de la plataforma de deploy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dk1"/>
                </a:solidFill>
              </a:rPr>
              <a:t>Alojan y procesan su lógica directamente en los servidores remotos de Hugging Face mediante API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dk1"/>
                </a:solidFill>
              </a:rPr>
              <a:t>Se cambio a pipeline localmente por falta de token en cierta parte </a:t>
            </a:r>
            <a:r>
              <a:rPr lang="es-419" sz="1900">
                <a:solidFill>
                  <a:schemeClr val="dk1"/>
                </a:solidFill>
              </a:rPr>
              <a:t>dependiendo</a:t>
            </a:r>
            <a:r>
              <a:rPr lang="es-419" sz="1900">
                <a:solidFill>
                  <a:schemeClr val="dk1"/>
                </a:solidFill>
              </a:rPr>
              <a:t> del equipo puede ser </a:t>
            </a:r>
            <a:r>
              <a:rPr lang="es-419" sz="1900">
                <a:solidFill>
                  <a:schemeClr val="dk1"/>
                </a:solidFill>
              </a:rPr>
              <a:t>más</a:t>
            </a:r>
            <a:r>
              <a:rPr lang="es-419" sz="1900">
                <a:solidFill>
                  <a:schemeClr val="dk1"/>
                </a:solidFill>
              </a:rPr>
              <a:t> </a:t>
            </a:r>
            <a:r>
              <a:rPr lang="es-419" sz="1900">
                <a:solidFill>
                  <a:schemeClr val="dk1"/>
                </a:solidFill>
              </a:rPr>
              <a:t>rápido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00" y="-2"/>
            <a:ext cx="9144001" cy="502872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5344650" y="1743225"/>
            <a:ext cx="24042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u="sng">
                <a:solidFill>
                  <a:schemeClr val="hlink"/>
                </a:solidFill>
                <a:hlinkClick r:id="rId4"/>
              </a:rPr>
              <a:t>Entrar a la </a:t>
            </a:r>
            <a:r>
              <a:rPr lang="es-419" sz="1800" u="sng">
                <a:solidFill>
                  <a:schemeClr val="hlink"/>
                </a:solidFill>
                <a:hlinkClick r:id="rId5"/>
              </a:rPr>
              <a:t>aplicación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469150" cy="235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8126" y="2356451"/>
            <a:ext cx="6215874" cy="27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5900175" y="191575"/>
            <a:ext cx="29322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2"/>
                </a:solidFill>
              </a:rPr>
              <a:t>Aplicación</a:t>
            </a:r>
            <a:r>
              <a:rPr lang="es-419" sz="2200">
                <a:solidFill>
                  <a:schemeClr val="dk2"/>
                </a:solidFill>
              </a:rPr>
              <a:t> corriendo en Colab por pipeline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Límites</a:t>
            </a:r>
            <a:r>
              <a:rPr lang="es-419"/>
              <a:t> encontrados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-Jergas y oraciones complejas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-Dependiendo de los datos el idioma puede variar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-Tokens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257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 futuro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3144450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-</a:t>
            </a:r>
            <a:r>
              <a:rPr lang="es-419">
                <a:solidFill>
                  <a:schemeClr val="dk1"/>
                </a:solidFill>
              </a:rPr>
              <a:t>Aplicación</a:t>
            </a:r>
            <a:r>
              <a:rPr lang="es-419">
                <a:solidFill>
                  <a:schemeClr val="dk1"/>
                </a:solidFill>
              </a:rPr>
              <a:t> para </a:t>
            </a:r>
            <a:r>
              <a:rPr lang="es-419">
                <a:solidFill>
                  <a:schemeClr val="dk1"/>
                </a:solidFill>
              </a:rPr>
              <a:t>recomendación</a:t>
            </a:r>
            <a:r>
              <a:rPr lang="es-419">
                <a:solidFill>
                  <a:schemeClr val="dk1"/>
                </a:solidFill>
              </a:rPr>
              <a:t> de locales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-Mejorar interfaz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